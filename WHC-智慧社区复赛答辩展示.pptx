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智慧社区巡检机器人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E4F7"/>
                </a:solidFill>
                <a:latin typeface="微软雅黑"/>
                <a:ea typeface="微软雅黑"/>
              </a:rPr>
              <a:t>复赛答辩展示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9971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</a:rPr>
              <a:t>参赛队伍：</a:t>
            </a:r>
            <a:r>
              <a:rPr sz="1800" b="0" i="0">
                <a:solidFill>
                  <a:srgbClr val="1A1A1A"/>
                </a:solidFill>
                <a:latin typeface="微软雅黑"/>
                <a:ea typeface="微软雅黑"/>
              </a:rPr>
              <a:t>WHC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</a:rPr>
              <a:t>参赛赛项：</a:t>
            </a:r>
            <a:r>
              <a:rPr sz="1800" b="0" i="0">
                <a:solidFill>
                  <a:srgbClr val="1A1A1A"/>
                </a:solidFill>
                <a:latin typeface="微软雅黑"/>
                <a:ea typeface="微软雅黑"/>
              </a:rPr>
              <a:t>第八届全球校园人工智能算法精英大赛 · 算法应用赛（赛马制）· 智慧社区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</a:rPr>
              <a:t>参赛阶段：</a:t>
            </a:r>
            <a:r>
              <a:rPr sz="1800" b="0" i="0">
                <a:solidFill>
                  <a:srgbClr val="1A1A1A"/>
                </a:solidFill>
                <a:latin typeface="微软雅黑"/>
                <a:ea typeface="微软雅黑"/>
              </a:rPr>
              <a:t>复赛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</a:rPr>
              <a:t>日期：</a:t>
            </a:r>
            <a:r>
              <a:rPr sz="1800" b="0" i="0">
                <a:solidFill>
                  <a:srgbClr val="1A1A1A"/>
                </a:solidFill>
                <a:latin typeface="微软雅黑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▎赛题分析与总体思路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▎系统总体架构与技术选型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▎关键算法设计（建图 / 定位 / 导航 / 调度）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▎★ 遇到的核心困难与解决方案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▎实测数据与效果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▎系统创新点与工程亮点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▎Sim2Real 部署策略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1 · 赛题分析与总体思路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▎赛项：智慧社区 —— 围绕“人、车、事”的社区精准治理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▎复赛阶段：纯仿真环境下的完整巡检流程验证（无硬件 / 无实车）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▎核心技术链路：建图 → 定位 → 规划 → 控制 → 任务调度 → 视觉识别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▎三层拆解：感知层（建图 / 定位 / 检测）· 决策层（规划 / 调度）· 执行层（跟踪 / 避障）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▎关键判断：难点不在单个算法的先进性，而在“把整条链路在真实约束下稳定跑通”，且具备向实车迁移的能力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2 · 系统总体架构与技术选型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1153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选型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操作系统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Ubuntu 24.04 (WSL2)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开发环境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中间件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ROS 2 Jazzy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DDS 通信，长期支持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仿真器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Gazebo Harmonic (gz-sim 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经 ros_gz 桥接 ROS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SLAM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slam_toolbox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图优化 + 回环检测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定位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AMCL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已知地图粒子滤波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导航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Nav2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行为树驱动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全局规划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SmacPlanner2D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A* 改进 + 代价惩罚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局部控制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Regulated Pure Pursuit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几何纯追踪 + 速度调节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调度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community_patrol（自研）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多点巡检编排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视觉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YOLO + OCR（视觉组）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 类目标检测 + 车牌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3 · 关键技术链路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① 仿真场景：4.2 m × 4.2 m 场地，围墙 + 车道 + 红绿灯 + 人偶立牌 + 车牌车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② 建图：slam_toolbox 在线建图 → 0.01 m 栅格地图（425×426 = 18.1 万栅格）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③ 定位：AMCL 粒子滤波，一键启动自动初始位姿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④ 规划：SmacPlanner2D 全局路径 + 代价惩罚远离车道边缘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⑤ 控制：RPP 轨迹跟踪 + 三层代价地图避障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⑥ 调度：community_patrol 节点编排 11 个站点（识别 / 红绿灯 / 车牌）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⑦ 通信：按任务特性分别用 Topic / Service / Action 三类机制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4 · 遇到的核心困难总览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1153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困难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解决方案要点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2D 激光看不到地面车道线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三层递进：代价惩罚 + 衰减加速 + Keepout 掩膜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默认膨胀半径 0.55 m 堵死 0.8 m 窄道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缩至 0.20 m + 代价快速衰减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AMCL 默认需鼠标点初始位姿（违规）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set_initial_pose 写死 + 固定出生点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建图默认参数在小场地错位 / 鬼影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travel 0.08 / range 6.0 / 分辨率 0.01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恢复行为在窄道“越恢复越糟”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按比例缩小后退与旋转参数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AMCL 感知混淆（对称街区）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小扰动自愈，大扰动 set_initial_pose 兜底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红绿灯逻辑与导航框架耦合风险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不改行为树，自研调度节点解耦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tl_1 站点导航反复失败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系统化排查出测试残留障碍 → 删除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1 · 车道线合规（最大技术难点）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▎本质约束：赛题要求“不得压越车道线”，但车道线是地板纹理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▎2D 激光扫描平面在地面上方，只能感知立体障碍物，感知不到地面标线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代价地图中不存在车道线约束，规划器会直接“抄近路”压线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▎三层递进方案：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① 提高代价惩罚  cost_penalty = 5.0（主动远离边缘）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② 加速代价衰减  cost_scaling_factor = 6.0（车道中心保持低代价）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③ 显式禁区掩膜  KeepoutFilter + 手工掩膜图（硬约束，脚本已就绪）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2 · 膨胀半径堵死窄车道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▎Nav2 默认 inflation_radius = 0.55 m，而车道宽度仅 0.8~1.0 m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车道两侧膨胀区相互连成一片，整条车道变为全域高代价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规划器直接报 Failed to create plan，系统完全无法工作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▎解决：膨胀半径 0.55 → 0.20 m（机器人半径 0.12 m + 8 cm 安全余量）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▎同时 cost_scaling_factor 3.0 → 6.0，代价从障碍物向外快速衰减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保证车道中心始终保持低代价，路径自然走在车道中间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3 · 恢复行为顶墙 + 速度过快冲线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▎恢复行为：Nav2 默认后退 0.3 m / 旋转 90°，针对中等尺度设计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在 0.8 m 窄道中“越恢复越糟”（退到另一侧墙、转出车道）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▎解决：按比例缩小恢复行为的位移与角度参数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▎速度：默认 0.5 m/s 在小场地会冲过停止线、过弯甩出车道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▎解决：desired_linear_vel = 0.18 m/s，配合到位精度 xy 0.08 m / yaw 0.12 rad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4 · 建图参数在小场地失效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1153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默认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调整理由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minimum_travel_distance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0.5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0.08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4.2 m 场地转弯/墙角栅格错位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minimum_travel_heading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0.5 rad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0.08 rad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旋转方向加密匹配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max_laser_range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30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6.0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匹配雷达量程，挡掉穿墙/多径“鬼影”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resolution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0.05 m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0.01 m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 cm 栅格清晰还原窄车道与薄墙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map_update_interval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边走边出图更流畅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5 · “一键启动、不得人为干预”合规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▎赛题要求：一键启动、自主执行，除严重故障不得人为干预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▎问题：Nav2 的 AMCL 默认需在 RViz 用鼠标点 2D Pose Estimate 指定初始位姿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这本身即构成人为干预（违规操作）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▎解决：从配置层面消除 ——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开启 set_initial_pose: true 并写死初始位姿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配合 launch 文件固定机器人出生点，每次运行初值一致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6 · AMCL 感知混淆（场景对称性）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1153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扰动幅度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恢复结果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定位误差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基线（无扰动）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~2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0.42 m 小扰动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 s 内自主收敛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~1.1 cm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1.5 m 大扰动（等价 kidnap）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锁定错误对称位置，21 s 未自愈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~1.25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微软雅黑"/>
                <a:ea typeface="微软雅黑"/>
              </a:rPr>
              <a:t>结论：小噪声/漂移 AMCL 可自行纠正；大扰动（对称街区导致感知混淆）需 set_initial_pose 兜底。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7 · 红绿灯逻辑与导航框架解耦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▎若在 Nav2 行为树中实现红绿灯，会与上游版本强耦合、升级易失效、调试成本高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▎解决：不改动行为树，业务逻辑集中在自研 community_patrol 调度节点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导航框架保持标准，业务逻辑集中可控（高内聚低耦合）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▎隐蔽 bug：等待导航结果时若不持续 spin_once，订阅回调不触发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会导致导航途中收不到红绿灯状态，红灯停车逻辑完全失效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▎→ 解决：等待循环中持续调用 rclpy.spin_once(timeout_sec=0.1)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困难 8 · tl_1 站点导航失败的系统化排查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▎现象：整圈巡检只有 tl_1（红绿灯 1 停止线）3 次超时/中止，其余 10 站全到达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▎排查链（4 步定位根因）：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① 代价地图：目标点 (-0.1,1.3) 为 OCC（占用），停止线处 FREE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② 静态地图：该点像素 FREE → 排除建图残留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③ gz model --list：发现遗留的 obstacle_test 障碍块（Q11 测试残留）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④ 删除该障碍 → 代价地图清零 → 单点 SUCCEEDED，整圈 11/11 全通过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▎结论：非代码 bug，是测试残留物 —— 体现“数据→地图→场景”逐层定位的方法论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5 · 实测数据与效果（headless 仿真）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1153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实测结果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巡检一圈通过率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11 / 11 站全部到达，0 失败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一圈总耗时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156 s（仿真时钟，含 6 个识别站各停 3 s + 2 个红绿灯站）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规划耗时 Q8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0.4 ~ 3.6 ms（&lt;&lt; 100 ms 达标）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动态避障 Q11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障碍出现 0.51 s 触发重规划，绕行最近距离 30.4 cm</a:t>
                      </a:r>
                    </a:p>
                  </a:txBody>
                  <a:tcPr marL="73152" marR="73152" marT="27432" marB="27432" anchor="ctr">
                    <a:solidFill>
                      <a:srgbClr val="F4F8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定位恢复 Q5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基线 ~2 cm；0.42 m 扰动 3 s 收敛到 1.1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6 · 系统创新点与工程亮点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① 设计阶段即识别“2D 激光看不到地面标线”的本质约束，三层递进解法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② 配置层面解决“一键启动”合规性，消除人工点位姿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③ 导航框架与业务逻辑解耦，不修改 Nav2 行为树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④ 面向 4.2 m 小尺度场地的系统性参数标定（多处默认值失效的逐一修正）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⑤ 完整运用 Topic / Service / Action 三类通信机制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7 · Sim2Real 部署策略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① 参数外置：所有参数集中 YAML，实车只换参数文件，不改一行代码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② 噪声注入：主动注入激光噪声 / 里程计漂移 / 光照变化 / 动态障碍，提前暴露鲁棒性问题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</a:rPr>
              <a:t>③ 接口抽象：调度层只依赖 Nav2 标准 Action，不依赖具体底盘，上层逻辑完全复用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▎实测鲁棒性：0.42 m 扰动 AMCL 3 s 自愈到 1.1 cm；大扰动需 set_initial_pose 兜底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C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8 ·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▎完整链路：场景构建 → SLAM 建图 → 精确定位 → 全局规划 → 局部控制 → 多点调度 → 视觉联动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▎价值：不仅算法实现完整，更在于对赛题约束的深入分析与工程化设计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▎面向总决赛：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① 完成仿真到实车的算法迁移与参数标定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② 扩展识别任务（垃圾桶 / 楼宇火灾 / 异常温度 / 仪表 / 电动车状态）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</a:rPr>
              <a:t>③ 针对现场 5 分钟限时优化调度策略与运动效率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</a:rPr>
              <a:t>▎谢谢各位评委老师！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